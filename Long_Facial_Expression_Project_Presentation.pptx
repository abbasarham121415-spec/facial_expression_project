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Facial Expression Recognition using Deep Learning and CNN</a:t>
            </a:r>
          </a:p>
          <a:p>
            <a:r>
              <a:t>Presented by: Student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Facial Expression Recognition (FER) is a computer vision application that detects human emotions from facial images using artificial intelligence and deep learning techniques.</a:t>
            </a:r>
          </a:p>
        </p:txBody>
      </p:sp>
      <p:pic>
        <p:nvPicPr>
          <p:cNvPr id="4" name="Picture 3" descr="emotio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Humans express emotions visually, but computers cannot naturally understand emotions. The goal of this project is to train a CNN model that can automatically classify emotions from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 complete EDA on dataset</a:t>
            </a:r>
          </a:p>
          <a:p>
            <a:r>
              <a:t>• Apply image preprocessing</a:t>
            </a:r>
          </a:p>
          <a:p>
            <a:r>
              <a:t>• Build CNN model</a:t>
            </a:r>
          </a:p>
          <a:p>
            <a:r>
              <a:t>• Train model for 20 epochs</a:t>
            </a:r>
          </a:p>
          <a:p>
            <a:r>
              <a:t>• Evaluate model performance</a:t>
            </a:r>
          </a:p>
          <a:p>
            <a:r>
              <a:t>• Save model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TensorFlow / Keras</a:t>
            </a:r>
          </a:p>
          <a:p>
            <a:r>
              <a:t>• NumPy</a:t>
            </a:r>
          </a:p>
          <a:p>
            <a:r>
              <a:t>• Pandas</a:t>
            </a:r>
          </a:p>
          <a:p>
            <a:r>
              <a:t>• Matplotlib</a:t>
            </a:r>
          </a:p>
          <a:p>
            <a:r>
              <a:t>• Seaborn</a:t>
            </a:r>
          </a:p>
          <a:p>
            <a:r>
              <a:t>• OpenCV</a:t>
            </a:r>
          </a:p>
          <a:p>
            <a:r>
              <a:t>•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multiple facial images categorized into different emotion classes such as:</a:t>
            </a:r>
          </a:p>
          <a:p>
            <a:r>
              <a:t>Happy, Sad, Angry, Surprise, Neutral, Fear, and Disgust.</a:t>
            </a:r>
          </a:p>
        </p:txBody>
      </p:sp>
      <p:pic>
        <p:nvPicPr>
          <p:cNvPr id="4" name="Picture 3" descr="emotio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helped understand:</a:t>
            </a:r>
          </a:p>
          <a:p>
            <a:r>
              <a:t>• Number of classes</a:t>
            </a:r>
          </a:p>
          <a:p>
            <a:r>
              <a:t>• Image distribution</a:t>
            </a:r>
          </a:p>
          <a:p>
            <a:r>
              <a:t>• Class imbalance</a:t>
            </a:r>
          </a:p>
          <a:p>
            <a:r>
              <a:t>• Dataset structure</a:t>
            </a:r>
          </a:p>
          <a:p>
            <a:r>
              <a:t>• Image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sample images from the dataset were visualized to analyze facial expressions and understand data characteristics.</a:t>
            </a:r>
          </a:p>
        </p:txBody>
      </p:sp>
      <p:pic>
        <p:nvPicPr>
          <p:cNvPr id="4" name="Picture 3" descr="emotio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Graphs and count plots were used to analyze how many images were present in each emotion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included:</a:t>
            </a:r>
          </a:p>
          <a:p>
            <a:r>
              <a:t>• Image resizing</a:t>
            </a:r>
          </a:p>
          <a:p>
            <a:r>
              <a:t>• Normalization</a:t>
            </a:r>
          </a:p>
          <a:p>
            <a:r>
              <a:t>• Data augmentation</a:t>
            </a:r>
          </a:p>
          <a:p>
            <a:r>
              <a:t>• Batch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Resizing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images were resized to 48x48 dimensions to provide fixed-size input for the CNN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Pixel values were normalized between 0 and 1 to improve model convergence and training stability.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Techniques applied:</a:t>
            </a:r>
          </a:p>
          <a:p>
            <a:r>
              <a:t>• Rotation</a:t>
            </a:r>
          </a:p>
          <a:p>
            <a:r>
              <a:t>• Zoom</a:t>
            </a:r>
          </a:p>
          <a:p>
            <a:r>
              <a:t>• Horizontal Flip</a:t>
            </a:r>
          </a:p>
          <a:p>
            <a:r>
              <a:t>• Width Shift</a:t>
            </a:r>
          </a:p>
          <a:p>
            <a:r>
              <a:t>• Height Shift</a:t>
            </a:r>
          </a:p>
          <a:p>
            <a:r>
              <a:t>These techniques reduce overfitting.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(Convolutional Neural Network) is a deep learning architecture specially designed for image processing and computer vision tasks.</a:t>
            </a:r>
          </a:p>
        </p:txBody>
      </p:sp>
      <p:pic>
        <p:nvPicPr>
          <p:cNvPr id="4" name="Picture 3" descr="emotio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CNN architecture consisted of:</a:t>
            </a:r>
          </a:p>
          <a:p>
            <a:r>
              <a:t>• Conv2D Layers</a:t>
            </a:r>
          </a:p>
          <a:p>
            <a:r>
              <a:t>• MaxPooling Layers</a:t>
            </a:r>
          </a:p>
          <a:p>
            <a:r>
              <a:t>• Dropout Layers</a:t>
            </a:r>
          </a:p>
          <a:p>
            <a:r>
              <a:t>• Flatten Layer</a:t>
            </a:r>
          </a:p>
          <a:p>
            <a:r>
              <a:t>• Dense Layers</a:t>
            </a:r>
          </a:p>
          <a:p>
            <a:r>
              <a:t>• Softmax Output Layer</a:t>
            </a:r>
          </a:p>
        </p:txBody>
      </p:sp>
      <p:pic>
        <p:nvPicPr>
          <p:cNvPr id="4" name="Picture 3" descr="emotio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 layers extract important image features such as edges, patterns, eyes, nose, and facial structures.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Pooling layers reduce image dimensions and computational complexity while preserving important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Dropout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Dropout prevents overfitting by randomly disabling neurons during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Dense and Output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Dense layers perform classification while the softmax output layer predicts the final emotion class.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was compiled using:</a:t>
            </a:r>
          </a:p>
          <a:p>
            <a:r>
              <a:t>Optimizer: Adam</a:t>
            </a:r>
          </a:p>
          <a:p>
            <a:r>
              <a:t>Loss Function: Categorical Crossentropy</a:t>
            </a:r>
          </a:p>
          <a:p>
            <a:r>
              <a:t>Metric: Accuracy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CNN model was trained for 20 epochs using training and validation datasets.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Accuracy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training graph shows gradual improvement in training and validation accuracy over epochs.</a:t>
            </a:r>
          </a:p>
        </p:txBody>
      </p:sp>
      <p:pic>
        <p:nvPicPr>
          <p:cNvPr id="4" name="Picture 3" descr="accura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45920"/>
            <a:ext cx="4114800" cy="28481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graphs show decreasing training and validation loss during learning.</a:t>
            </a:r>
          </a:p>
        </p:txBody>
      </p:sp>
      <p:pic>
        <p:nvPicPr>
          <p:cNvPr id="4" name="Picture 3" descr="los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45920"/>
            <a:ext cx="4114800" cy="28010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trained model was evaluated using validation data and achieved strong performance in facial emotion classification.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 analysis helps identify correctly classified emotions and misclassified classes.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trained model can predict emotions from unseen facial images after preprocessing.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surveillance</a:t>
            </a:r>
          </a:p>
          <a:p>
            <a:r>
              <a:t>• Healthcare monitoring</a:t>
            </a:r>
          </a:p>
          <a:p>
            <a:r>
              <a:t>• Online learning systems</a:t>
            </a:r>
          </a:p>
          <a:p>
            <a:r>
              <a:t>• Human-computer interaction</a:t>
            </a:r>
          </a:p>
          <a:p>
            <a:r>
              <a:t>• Driver monitoring systems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imbalance</a:t>
            </a:r>
          </a:p>
          <a:p>
            <a:r>
              <a:t>• Overfitting</a:t>
            </a:r>
          </a:p>
          <a:p>
            <a:r>
              <a:t>• Similar facial expressions</a:t>
            </a:r>
          </a:p>
          <a:p>
            <a:r>
              <a:t>• Limited computational resources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webcam detection</a:t>
            </a:r>
          </a:p>
          <a:p>
            <a:r>
              <a:t>• Streamlit deployment</a:t>
            </a:r>
          </a:p>
          <a:p>
            <a:r>
              <a:t>• Transfer learning</a:t>
            </a:r>
          </a:p>
          <a:p>
            <a:r>
              <a:t>• Hyperparameter tuning</a:t>
            </a:r>
          </a:p>
          <a:p>
            <a:r>
              <a:t>• Larger dataset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successfully implemented a complete deep learning workflow for facial expression recognition using CNN and achieved effective emotion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